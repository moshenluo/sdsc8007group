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4000" b="1"/>
              <a:t>Event Recommendation Engine Challenge</a:t>
            </a:r>
            <a:endParaRPr lang="en-US" altLang="en-US" sz="4000" b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/>
              <a:t>Deep Learning-Based Recommender System
Course Project
2026-03-19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暗い.허무.</cp:lastModifiedBy>
  <cp:revision>157</cp:revision>
  <dcterms:created xsi:type="dcterms:W3CDTF">2019-06-19T02:08:00Z</dcterms:created>
  <dcterms:modified xsi:type="dcterms:W3CDTF">2026-03-19T11:54:31Z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9B51B7435A5842FA9A891C398109B5CA_11</vt:lpwstr>
  </property>
</Properties>
</file>