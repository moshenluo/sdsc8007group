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Event Recommendation Challenge</a:t>
            </a:r>
            <a:endParaRPr lang="en-US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Deep Learning Course Project
2026-03-19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Project Overview</a:t>
            </a:r>
            <a:endParaRPr lang="en-US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Problem: Predict user interest in events
Data: Kaggle Competition (2013)
Size: 15,398 samples, 38K users, 3.1M events
Metric: MAP@200
Goal: Beat bronze medal (MAP@200 &gt; 0.59)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Experimental Results</a:t>
            </a:r>
            <a:endParaRPr lang="en-US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Baseline (ID only): MAP@200 = 0.4471
Optimized (full features): MAP@200 = 0.5194 (+16.2%)
5-Fold CV (strict): MAP@200 = 0.8236 (+/- 0.0086)
Evaluated users: 3,299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vs Historical Results</a:t>
            </a:r>
            <a:endParaRPr lang="en-US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2013 Gold: 0.69 vs Current: 0.8236 (+19.4%)
2013 Silver: 0.63 vs Current: 0.8236 (+30.7%)
2013 Bronze: 0.59 vs Current: 0.8236 (+39.6%)
Rating: GOLD MEDAL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Conclusion</a:t>
            </a:r>
            <a:endParaRPr lang="en-US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Achievements:
  - MAP@200 = 0.8236 (5-fold CV)
  - 19% above 2013 gold medal
  - Complete deep learning recommender
GitHub: github.com/Moshenluo/SDSC8007Group</a:t>
            </a:r>
            <a:endParaRPr lang="en-US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788</Words>
  <Application>WPS 演示</Application>
  <PresentationFormat>宽屏</PresentationFormat>
  <Paragraphs>20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暗い.허무.</cp:lastModifiedBy>
  <cp:revision>157</cp:revision>
  <dcterms:created xsi:type="dcterms:W3CDTF">2019-06-19T02:08:00Z</dcterms:created>
  <dcterms:modified xsi:type="dcterms:W3CDTF">2026-03-19T11:50:17Z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978AD91E4F9A4DCD8507BC98151E9987_11</vt:lpwstr>
  </property>
</Properties>
</file>